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/>
              <a:t>SHOT(SMART HOSPITAL OPERATION TRACKER)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3200"/>
              <a:t>Prepared by: IRAKOZE TESSY MICK</a:t>
            </a:r>
            <a:endParaRPr lang="en-US" sz="3200"/>
          </a:p>
          <a:p>
            <a:r>
              <a:rPr lang="en-US" sz="3200"/>
              <a:t>STD ID:27632</a:t>
            </a:r>
            <a:endParaRPr lang="en-US" sz="3200"/>
          </a:p>
          <a:p>
            <a:r>
              <a:rPr lang="en-US" sz="3200"/>
              <a:t>LECTURER’S NAME: ERIC MANIRAGUHA</a:t>
            </a:r>
            <a:endParaRPr lang="en-US" sz="3200"/>
          </a:p>
          <a:p>
            <a:r>
              <a:rPr lang="en-US" sz="3200"/>
              <a:t>PL/SQL CAPSTONE FINAL PROJECT</a:t>
            </a:r>
            <a:endParaRPr lang="en-US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PROBLEM IDENTIFICATION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4000">
                <a:sym typeface="+mn-ea"/>
              </a:rPr>
              <a:t>Appointment clashes and long waiting queues</a:t>
            </a:r>
            <a:endParaRPr sz="4000">
              <a:sym typeface="+mn-ea"/>
            </a:endParaRPr>
          </a:p>
          <a:p>
            <a:r>
              <a:rPr sz="4000">
                <a:sym typeface="+mn-ea"/>
              </a:rPr>
              <a:t>Medication stockouts due to poor tracking</a:t>
            </a:r>
            <a:endParaRPr sz="4000">
              <a:sym typeface="+mn-ea"/>
            </a:endParaRPr>
          </a:p>
          <a:p>
            <a:r>
              <a:rPr sz="4000">
                <a:sym typeface="+mn-ea"/>
              </a:rPr>
              <a:t>Manual billing errors &amp; revenue discrepancies</a:t>
            </a:r>
            <a:endParaRPr sz="4000">
              <a:sym typeface="+mn-ea"/>
            </a:endParaRPr>
          </a:p>
          <a:p>
            <a:r>
              <a:rPr sz="4000">
                <a:sym typeface="+mn-ea"/>
              </a:rPr>
              <a:t>Lack of operational insights for administrators</a:t>
            </a:r>
            <a:endParaRPr sz="4000"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CONTEXT AND TARGETED USERS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sz="3200">
                <a:sym typeface="+mn-ea"/>
              </a:rPr>
              <a:t>Used in hospital environments to manage daily operations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 Data-driven automation for appointments, medication, and billing</a:t>
            </a:r>
            <a:endParaRPr sz="3200">
              <a:sym typeface="+mn-ea"/>
            </a:endParaRPr>
          </a:p>
          <a:p>
            <a:r>
              <a:rPr lang="en-US" sz="3200" b="1">
                <a:sym typeface="+mn-ea"/>
              </a:rPr>
              <a:t>TARGETED USERS:</a:t>
            </a:r>
            <a:endParaRPr lang="en-US" sz="3200" b="1">
              <a:sym typeface="+mn-ea"/>
            </a:endParaRPr>
          </a:p>
          <a:p>
            <a:r>
              <a:rPr sz="3200">
                <a:sym typeface="+mn-ea"/>
              </a:rPr>
              <a:t>Doctors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Pharmacists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Hospital administrators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Patients</a:t>
            </a:r>
            <a:endParaRPr sz="3200">
              <a:sym typeface="+mn-ea"/>
            </a:endParaRPr>
          </a:p>
          <a:p>
            <a:endParaRPr>
              <a:sym typeface="+mn-ea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PROJECT GOALS AND OBJECTIVES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3200">
                <a:sym typeface="+mn-ea"/>
              </a:rPr>
              <a:t>Automate hospital appointment scheduling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Track and update medication stock in real time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Generate dynamic billing reports without manual calculation</a:t>
            </a:r>
            <a:endParaRPr sz="3200">
              <a:sym typeface="+mn-ea"/>
            </a:endParaRPr>
          </a:p>
          <a:p>
            <a:r>
              <a:rPr sz="3200">
                <a:sym typeface="+mn-ea"/>
              </a:rPr>
              <a:t>Provide insights through dashboards, views, and PL/SQL reports</a:t>
            </a:r>
            <a:r>
              <a:rPr lang="en-US" sz="3200">
                <a:sym typeface="+mn-ea"/>
              </a:rPr>
              <a:t> for better decision-making</a:t>
            </a:r>
            <a:endParaRPr sz="3200">
              <a:sym typeface="+mn-ea"/>
            </a:endParaRPr>
          </a:p>
          <a:p>
            <a:r>
              <a:rPr lang="en-US" sz="3200"/>
              <a:t>Simplify the labour(man made) activities</a:t>
            </a:r>
            <a:endParaRPr lang="en-US" sz="3200"/>
          </a:p>
          <a:p>
            <a:r>
              <a:rPr lang="en-US" sz="3200"/>
              <a:t>Streamline billing and insurance integration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BUSINESS INTELLIGENCE POTENTIAL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3600">
                <a:sym typeface="+mn-ea"/>
              </a:rPr>
              <a:t>Improved decision-making via stored reports &amp; analytics</a:t>
            </a:r>
            <a:endParaRPr sz="3600">
              <a:sym typeface="+mn-ea"/>
            </a:endParaRPr>
          </a:p>
          <a:p>
            <a:r>
              <a:rPr sz="3600">
                <a:sym typeface="+mn-ea"/>
              </a:rPr>
              <a:t>KPI dashboards on patient flow, revenue, medicine consumption</a:t>
            </a:r>
            <a:endParaRPr sz="3600">
              <a:sym typeface="+mn-ea"/>
            </a:endParaRPr>
          </a:p>
          <a:p>
            <a:r>
              <a:rPr sz="3600">
                <a:sym typeface="+mn-ea"/>
              </a:rPr>
              <a:t>Forecasting medication shortages &amp; patient demand</a:t>
            </a:r>
            <a:endParaRPr sz="3600">
              <a:sym typeface="+mn-ea"/>
            </a:endParaRPr>
          </a:p>
          <a:p>
            <a:r>
              <a:rPr sz="3600">
                <a:sym typeface="+mn-ea"/>
              </a:rPr>
              <a:t>Performance analytics for doctors &amp; department</a:t>
            </a:r>
            <a:r>
              <a:rPr>
                <a:sym typeface="+mn-ea"/>
              </a:rPr>
              <a:t>s</a:t>
            </a:r>
            <a:endParaRPr>
              <a:sym typeface="+mn-ea"/>
            </a:endParaRPr>
          </a:p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1140</Words>
  <Application>WPS Presentation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Administrator</cp:lastModifiedBy>
  <cp:revision>3</cp:revision>
  <dcterms:created xsi:type="dcterms:W3CDTF">2025-07-23T00:59:00Z</dcterms:created>
  <dcterms:modified xsi:type="dcterms:W3CDTF">2025-11-30T12:17:52Z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99D138E055B5402C94DC946E6073A2B1_11</vt:lpwstr>
  </property>
  <property fmtid="{D5CDD505-2E9C-101B-9397-08002B2CF9AE}" pid="3" name="KSOProductBuildVer">
    <vt:lpwstr>1033-12.2.0.23155</vt:lpwstr>
  </property>
</Properties>
</file>